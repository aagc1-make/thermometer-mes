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 firstSlideNum="0">
  <p:sldMasterIdLst>
    <p:sldMasterId id="2147483648" r:id="rId1"/>
    <p:sldMasterId id="2147483663" r:id="rId3"/>
  </p:sldMasterIdLst>
  <p:notesMasterIdLst>
    <p:notesMasterId r:id="rId5"/>
  </p:notesMasterIdLst>
  <p:sldIdLst>
    <p:sldId id="256" r:id="rId4"/>
    <p:sldId id="295" r:id="rId6"/>
    <p:sldId id="296" r:id="rId7"/>
    <p:sldId id="298" r:id="rId8"/>
    <p:sldId id="299" r:id="rId9"/>
    <p:sldId id="300" r:id="rId10"/>
    <p:sldId id="301" r:id="rId11"/>
    <p:sldId id="302" r:id="rId12"/>
    <p:sldId id="290" r:id="rId13"/>
  </p:sldIdLst>
  <p:sldSz cx="12192000" cy="6858000"/>
  <p:notesSz cx="6797675" cy="992632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777" autoAdjust="0"/>
  </p:normalViewPr>
  <p:slideViewPr>
    <p:cSldViewPr snapToGrid="0" snapToObjects="1" showGuides="1">
      <p:cViewPr varScale="1">
        <p:scale>
          <a:sx n="98" d="100"/>
          <a:sy n="98" d="100"/>
        </p:scale>
        <p:origin x="72" y="7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454896" y="766800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t" anchorCtr="0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54896" y="4603008"/>
            <a:ext cx="5932800" cy="5108400"/>
          </a:xfrm>
          <a:prstGeom prst="rect">
            <a:avLst/>
          </a:prstGeom>
        </p:spPr>
        <p:txBody>
          <a:bodyPr vert="horz" lIns="97200" tIns="45720" rIns="97200" bIns="45720" rtlCol="0"/>
          <a:lstStyle/>
          <a:p>
            <a:pPr lvl="0">
              <a:defRPr/>
            </a:pPr>
            <a:r>
              <a:rPr lang="en-US"/>
              <a:t>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9705" indent="-179705" algn="l" defTabSz="1219200">
      <a:lnSpc>
        <a:spcPct val="125000"/>
      </a:lnSpc>
      <a:spcAft>
        <a:spcPts val="600"/>
      </a:spcAft>
      <a:buFont typeface="Huawei Sans"/>
      <a:buChar char="•"/>
      <a:defRPr sz="1100">
        <a:solidFill>
          <a:schemeClr val="tx1"/>
        </a:solidFill>
        <a:latin typeface="阿里巴巴普惠体 2.0 45 Light"/>
        <a:ea typeface="方正兰亭黑简体"/>
        <a:cs typeface="+mn-cs"/>
      </a:defRPr>
    </a:lvl1pPr>
    <a:lvl2pPr marL="539750" indent="-179705" algn="l" defTabSz="1219200">
      <a:lnSpc>
        <a:spcPct val="125000"/>
      </a:lnSpc>
      <a:spcAft>
        <a:spcPts val="600"/>
      </a:spcAft>
      <a:buClrTx/>
      <a:buFont typeface="Huawei Sans"/>
      <a:buChar char="▫"/>
      <a:defRPr sz="1100">
        <a:solidFill>
          <a:schemeClr val="tx1"/>
        </a:solidFill>
        <a:latin typeface="阿里巴巴普惠体 2.0 45 Light"/>
        <a:ea typeface="方正兰亭黑简体"/>
        <a:cs typeface="+mn-cs"/>
      </a:defRPr>
    </a:lvl2pPr>
    <a:lvl3pPr marL="899795" indent="-179705" algn="l" defTabSz="1219200">
      <a:lnSpc>
        <a:spcPct val="125000"/>
      </a:lnSpc>
      <a:spcAft>
        <a:spcPts val="600"/>
      </a:spcAft>
      <a:buFont typeface="微软雅黑" panose="020B0503020204020204" charset="-122"/>
      <a:buChar char="▪"/>
      <a:defRPr sz="1100">
        <a:solidFill>
          <a:schemeClr val="tx1"/>
        </a:solidFill>
        <a:latin typeface="阿里巴巴普惠体 2.0 45 Light"/>
        <a:ea typeface="方正兰亭黑简体"/>
        <a:cs typeface="+mn-cs"/>
      </a:defRPr>
    </a:lvl3pPr>
    <a:lvl4pPr marL="1259840" indent="-179705" algn="l" defTabSz="1219200">
      <a:lnSpc>
        <a:spcPct val="125000"/>
      </a:lnSpc>
      <a:spcAft>
        <a:spcPts val="600"/>
      </a:spcAft>
      <a:buFont typeface="Huawei Sans"/>
      <a:buChar char="−"/>
      <a:defRPr sz="1100">
        <a:solidFill>
          <a:schemeClr val="tx1"/>
        </a:solidFill>
        <a:latin typeface="阿里巴巴普惠体 2.0 45 Light"/>
        <a:ea typeface="方正兰亭黑简体"/>
        <a:cs typeface="+mn-cs"/>
      </a:defRPr>
    </a:lvl4pPr>
    <a:lvl5pPr marL="1619885" indent="-179705" algn="l" defTabSz="1219200">
      <a:lnSpc>
        <a:spcPct val="125000"/>
      </a:lnSpc>
      <a:spcAft>
        <a:spcPts val="600"/>
      </a:spcAft>
      <a:buFont typeface="Huawei Sans"/>
      <a:buChar char="~"/>
      <a:defRPr sz="1100">
        <a:solidFill>
          <a:schemeClr val="tx1"/>
        </a:solidFill>
        <a:latin typeface="阿里巴巴普惠体 2.0 45 Light"/>
        <a:ea typeface="方正兰亭黑简体"/>
        <a:cs typeface="+mn-cs"/>
      </a:defRPr>
    </a:lvl5pPr>
    <a:lvl6pPr marL="3048000" algn="l" defTabSz="1219200">
      <a:defRPr sz="16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>
      <a:defRPr sz="16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>
      <a:defRPr sz="16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>
      <a:defRPr sz="16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幻灯片图像占位符 3"/>
          <p:cNvSpPr>
            <a:spLocks noGrp="1" noRot="1" noChangeAspect="1"/>
          </p:cNvSpPr>
          <p:nvPr>
            <p:ph type="sldImg"/>
          </p:nvPr>
        </p:nvSpPr>
        <p:spPr bwMode="auto">
          <a:xfrm>
            <a:off x="455613" y="766763"/>
            <a:ext cx="5932487" cy="3338512"/>
          </a:xfrm>
        </p:spPr>
      </p:sp>
      <p:sp>
        <p:nvSpPr>
          <p:cNvPr id="5" name="备注占位符 4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#总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图片 17" descr="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-20955" y="31750"/>
            <a:ext cx="12212954" cy="5880735"/>
          </a:xfrm>
          <a:prstGeom prst="rect">
            <a:avLst/>
          </a:prstGeom>
        </p:spPr>
      </p:pic>
      <p:sp>
        <p:nvSpPr>
          <p:cNvPr id="9" name="Rectangle 4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454309" y="2552314"/>
            <a:ext cx="10437489" cy="8316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anchor="ctr" anchorCtr="0" compatLnSpc="1"/>
          <a:lstStyle>
            <a:lvl1pPr>
              <a:defRPr lang="zh-CN" sz="4300" b="1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 marL="0" lvl="0" defTabSz="802005">
              <a:spcAft>
                <a:spcPts val="0"/>
              </a:spcAft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" name="文本占位符 29"/>
          <p:cNvSpPr>
            <a:spLocks noGrp="1"/>
          </p:cNvSpPr>
          <p:nvPr>
            <p:ph type="body" sz="quarter" idx="10"/>
          </p:nvPr>
        </p:nvSpPr>
        <p:spPr bwMode="auto">
          <a:xfrm>
            <a:off x="523978" y="3661881"/>
            <a:ext cx="6909301" cy="493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>
              <a:defRPr lang="zh-CN" sz="2000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 marL="0" lvl="0" indent="0" defTabSz="802005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3#前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119" y="869365"/>
            <a:ext cx="11046308" cy="4679788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654685" indent="-252095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03935" indent="-201295">
              <a:buSzPct val="100000"/>
              <a:buFont typeface="Wingdings" panose="05000000000000000000"/>
              <a:buChar char="Ø"/>
              <a:defRPr lang="zh-CN"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marL="1802765" indent="-201295">
              <a:buClrTx/>
              <a:buFont typeface="Huawei Sans"/>
              <a:buChar char="~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>
              <a:defRPr/>
            </a:pPr>
            <a:r>
              <a:rPr lang="zh-CN"/>
              <a:t>本章主要讲述</a:t>
            </a:r>
            <a:r>
              <a:rPr lang="en-US"/>
              <a:t>...</a:t>
            </a:r>
            <a:endParaRPr lang="en-US"/>
          </a:p>
          <a:p>
            <a:pPr lvl="1">
              <a:defRPr/>
            </a:pPr>
            <a:r>
              <a:rPr lang="zh-CN"/>
              <a:t> 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  <a:p>
            <a:pPr>
              <a:defRPr/>
            </a:pPr>
            <a:endParaRPr lang="en-US"/>
          </a:p>
        </p:txBody>
      </p:sp>
      <p:sp>
        <p:nvSpPr>
          <p:cNvPr id="14" name="TextBox 10"/>
          <p:cNvSpPr txBox="1"/>
          <p:nvPr userDrawn="1"/>
        </p:nvSpPr>
        <p:spPr bwMode="auto">
          <a:xfrm>
            <a:off x="1201132" y="128524"/>
            <a:ext cx="166540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前言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27" name="组合 26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28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29" name="组合 28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31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32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30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4#目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864" y="855716"/>
            <a:ext cx="11113802" cy="4679788"/>
          </a:xfrm>
          <a:prstGeom prst="rect">
            <a:avLst/>
          </a:prstGeom>
        </p:spPr>
        <p:txBody>
          <a:bodyPr/>
          <a:lstStyle>
            <a:lvl1pPr algn="just">
              <a:buClr>
                <a:srgbClr val="0070C0"/>
              </a:buCl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654685" indent="-252095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>
              <a:defRPr lang="zh-CN"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marL="1802765" indent="-201295">
              <a:buClrTx/>
              <a:buFont typeface="Huawei Sans"/>
              <a:buChar char="~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>
              <a:defRPr/>
            </a:pPr>
            <a:r>
              <a:rPr lang="zh-CN"/>
              <a:t>学完本课程后，您将能够：</a:t>
            </a:r>
            <a:endParaRPr lang="en-US"/>
          </a:p>
          <a:p>
            <a:pPr lvl="1">
              <a:defRPr/>
            </a:pPr>
            <a:r>
              <a:rPr lang="zh-CN"/>
              <a:t> 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  <a:p>
            <a:pPr>
              <a:defRPr/>
            </a:pPr>
            <a:endParaRPr lang="en-US"/>
          </a:p>
        </p:txBody>
      </p:sp>
      <p:grpSp>
        <p:nvGrpSpPr>
          <p:cNvPr id="17" name="组合 16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8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9" name="组合 18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21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22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20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Box 10"/>
          <p:cNvSpPr txBox="1"/>
          <p:nvPr userDrawn="1"/>
        </p:nvSpPr>
        <p:spPr bwMode="auto">
          <a:xfrm>
            <a:off x="1201132" y="128524"/>
            <a:ext cx="205055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学习目标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5#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 bwMode="auto">
          <a:xfrm>
            <a:off x="587159" y="515380"/>
            <a:ext cx="358195" cy="426359"/>
            <a:chOff x="3295650" y="230188"/>
            <a:chExt cx="936625" cy="1114426"/>
          </a:xfrm>
          <a:solidFill>
            <a:schemeClr val="bg1"/>
          </a:solidFill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3959225" y="876301"/>
              <a:ext cx="182563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3959225" y="777876"/>
              <a:ext cx="182563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3959225" y="677863"/>
              <a:ext cx="182563" cy="476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3959225" y="582613"/>
              <a:ext cx="182563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3676650" y="1101726"/>
              <a:ext cx="469900" cy="476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3676650" y="1198563"/>
              <a:ext cx="469900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>
              <a:off x="3590925" y="482600"/>
              <a:ext cx="641350" cy="862013"/>
            </a:xfrm>
            <a:custGeom>
              <a:avLst/>
              <a:gdLst>
                <a:gd name="T0" fmla="*/ 229 w 404"/>
                <a:gd name="T1" fmla="*/ 0 h 543"/>
                <a:gd name="T2" fmla="*/ 229 w 404"/>
                <a:gd name="T3" fmla="*/ 30 h 543"/>
                <a:gd name="T4" fmla="*/ 373 w 404"/>
                <a:gd name="T5" fmla="*/ 30 h 543"/>
                <a:gd name="T6" fmla="*/ 373 w 404"/>
                <a:gd name="T7" fmla="*/ 513 h 543"/>
                <a:gd name="T8" fmla="*/ 33 w 404"/>
                <a:gd name="T9" fmla="*/ 513 h 543"/>
                <a:gd name="T10" fmla="*/ 31 w 404"/>
                <a:gd name="T11" fmla="*/ 387 h 543"/>
                <a:gd name="T12" fmla="*/ 0 w 404"/>
                <a:gd name="T13" fmla="*/ 387 h 543"/>
                <a:gd name="T14" fmla="*/ 0 w 404"/>
                <a:gd name="T15" fmla="*/ 543 h 543"/>
                <a:gd name="T16" fmla="*/ 404 w 404"/>
                <a:gd name="T17" fmla="*/ 543 h 543"/>
                <a:gd name="T18" fmla="*/ 404 w 404"/>
                <a:gd name="T19" fmla="*/ 0 h 543"/>
                <a:gd name="T20" fmla="*/ 229 w 404"/>
                <a:gd name="T21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4" h="543" extrusionOk="0">
                  <a:moveTo>
                    <a:pt x="229" y="0"/>
                  </a:moveTo>
                  <a:lnTo>
                    <a:pt x="229" y="30"/>
                  </a:lnTo>
                  <a:lnTo>
                    <a:pt x="373" y="30"/>
                  </a:lnTo>
                  <a:lnTo>
                    <a:pt x="373" y="513"/>
                  </a:lnTo>
                  <a:lnTo>
                    <a:pt x="33" y="513"/>
                  </a:lnTo>
                  <a:lnTo>
                    <a:pt x="31" y="387"/>
                  </a:lnTo>
                  <a:lnTo>
                    <a:pt x="0" y="387"/>
                  </a:lnTo>
                  <a:lnTo>
                    <a:pt x="0" y="543"/>
                  </a:lnTo>
                  <a:lnTo>
                    <a:pt x="404" y="543"/>
                  </a:lnTo>
                  <a:lnTo>
                    <a:pt x="404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5" name="Rectangle 23"/>
            <p:cNvSpPr>
              <a:spLocks noChangeArrowheads="1"/>
            </p:cNvSpPr>
            <p:nvPr/>
          </p:nvSpPr>
          <p:spPr bwMode="auto">
            <a:xfrm>
              <a:off x="3959225" y="989013"/>
              <a:ext cx="182563" cy="476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6" name="Freeform 24"/>
            <p:cNvSpPr>
              <a:spLocks noEditPoints="1"/>
            </p:cNvSpPr>
            <p:nvPr/>
          </p:nvSpPr>
          <p:spPr bwMode="auto">
            <a:xfrm>
              <a:off x="3295650" y="230188"/>
              <a:ext cx="639763" cy="852488"/>
            </a:xfrm>
            <a:custGeom>
              <a:avLst/>
              <a:gdLst>
                <a:gd name="T0" fmla="*/ 403 w 403"/>
                <a:gd name="T1" fmla="*/ 0 h 537"/>
                <a:gd name="T2" fmla="*/ 0 w 403"/>
                <a:gd name="T3" fmla="*/ 0 h 537"/>
                <a:gd name="T4" fmla="*/ 0 w 403"/>
                <a:gd name="T5" fmla="*/ 447 h 537"/>
                <a:gd name="T6" fmla="*/ 92 w 403"/>
                <a:gd name="T7" fmla="*/ 537 h 537"/>
                <a:gd name="T8" fmla="*/ 403 w 403"/>
                <a:gd name="T9" fmla="*/ 537 h 537"/>
                <a:gd name="T10" fmla="*/ 403 w 403"/>
                <a:gd name="T11" fmla="*/ 0 h 537"/>
                <a:gd name="T12" fmla="*/ 373 w 403"/>
                <a:gd name="T13" fmla="*/ 508 h 537"/>
                <a:gd name="T14" fmla="*/ 108 w 403"/>
                <a:gd name="T15" fmla="*/ 508 h 537"/>
                <a:gd name="T16" fmla="*/ 108 w 403"/>
                <a:gd name="T17" fmla="*/ 433 h 537"/>
                <a:gd name="T18" fmla="*/ 30 w 403"/>
                <a:gd name="T19" fmla="*/ 433 h 537"/>
                <a:gd name="T20" fmla="*/ 30 w 403"/>
                <a:gd name="T21" fmla="*/ 31 h 537"/>
                <a:gd name="T22" fmla="*/ 373 w 403"/>
                <a:gd name="T23" fmla="*/ 31 h 537"/>
                <a:gd name="T24" fmla="*/ 373 w 403"/>
                <a:gd name="T25" fmla="*/ 50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3" h="537" extrusionOk="0">
                  <a:moveTo>
                    <a:pt x="403" y="0"/>
                  </a:moveTo>
                  <a:lnTo>
                    <a:pt x="0" y="0"/>
                  </a:lnTo>
                  <a:lnTo>
                    <a:pt x="0" y="447"/>
                  </a:lnTo>
                  <a:lnTo>
                    <a:pt x="92" y="537"/>
                  </a:lnTo>
                  <a:lnTo>
                    <a:pt x="403" y="537"/>
                  </a:lnTo>
                  <a:lnTo>
                    <a:pt x="403" y="0"/>
                  </a:lnTo>
                  <a:close/>
                  <a:moveTo>
                    <a:pt x="373" y="508"/>
                  </a:moveTo>
                  <a:lnTo>
                    <a:pt x="108" y="508"/>
                  </a:lnTo>
                  <a:lnTo>
                    <a:pt x="108" y="433"/>
                  </a:lnTo>
                  <a:lnTo>
                    <a:pt x="30" y="433"/>
                  </a:lnTo>
                  <a:lnTo>
                    <a:pt x="30" y="31"/>
                  </a:lnTo>
                  <a:lnTo>
                    <a:pt x="373" y="31"/>
                  </a:lnTo>
                  <a:lnTo>
                    <a:pt x="373" y="5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3441700" y="376238"/>
              <a:ext cx="176213" cy="3238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3411538" y="755651"/>
              <a:ext cx="438149" cy="4603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3670300" y="565151"/>
              <a:ext cx="179388" cy="444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3670300" y="658813"/>
              <a:ext cx="179388" cy="412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3670300" y="471488"/>
              <a:ext cx="179388" cy="444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3670300" y="376238"/>
              <a:ext cx="179388" cy="412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3411538" y="842963"/>
              <a:ext cx="438149" cy="444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</p:grpSp>
      <p:sp>
        <p:nvSpPr>
          <p:cNvPr id="27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03141" y="848814"/>
            <a:ext cx="10954411" cy="4680000"/>
          </a:xfrm>
          <a:prstGeom prst="rect">
            <a:avLst/>
          </a:prstGeom>
        </p:spPr>
        <p:txBody>
          <a:bodyPr/>
          <a:lstStyle>
            <a:lvl1pPr marL="457200" marR="0" indent="-457200" algn="just" defTabSz="80137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defRPr b="1">
                <a:latin typeface="阿里巴巴普惠体 2.0 45 Light"/>
                <a:ea typeface="阿里巴巴普惠体 2.0 45 Light"/>
                <a:cs typeface="Arial" panose="020B0604020202020204"/>
              </a:defRPr>
            </a:lvl1pPr>
            <a:lvl2pPr>
              <a:buClrTx/>
              <a:buSzPct val="100000"/>
              <a:buFont typeface="Huawei Sans"/>
              <a:buChar char="▫"/>
              <a:defRPr>
                <a:latin typeface="+mn-lt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一级目录一</a:t>
            </a:r>
            <a:endParaRPr lang="en-US"/>
          </a:p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一级目录二</a:t>
            </a:r>
            <a:endParaRPr lang="en-US"/>
          </a:p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一级目录三</a:t>
            </a:r>
            <a:endParaRPr lang="en-US"/>
          </a:p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一级目录四</a:t>
            </a:r>
            <a:endParaRPr lang="en-US"/>
          </a:p>
          <a:p>
            <a:pPr>
              <a:defRPr/>
            </a:pPr>
            <a:endParaRPr lang="zh-CN"/>
          </a:p>
        </p:txBody>
      </p:sp>
      <p:sp>
        <p:nvSpPr>
          <p:cNvPr id="26" name="TextBox 10"/>
          <p:cNvSpPr txBox="1"/>
          <p:nvPr userDrawn="1"/>
        </p:nvSpPr>
        <p:spPr bwMode="auto">
          <a:xfrm>
            <a:off x="1201132" y="128524"/>
            <a:ext cx="219456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目录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28" name="组合 27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29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30" name="组合 29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32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33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31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6#本节概述和学习目标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内容占位符 6"/>
          <p:cNvSpPr>
            <a:spLocks noGrp="1"/>
          </p:cNvSpPr>
          <p:nvPr>
            <p:ph sz="quarter" idx="10"/>
          </p:nvPr>
        </p:nvSpPr>
        <p:spPr bwMode="auto">
          <a:xfrm>
            <a:off x="649320" y="831683"/>
            <a:ext cx="11128698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654685" indent="-252095" algn="just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03935" indent="-201295" algn="just">
              <a:buClr>
                <a:srgbClr val="0070C0"/>
              </a:buClr>
              <a:buSzPct val="100000"/>
              <a:buFont typeface="Wingdings" panose="05000000000000000000"/>
              <a:buChar char="Ø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 marL="1399540" indent="-198120" algn="just">
              <a:buClr>
                <a:srgbClr val="0070C0"/>
              </a:buClr>
              <a:buFontTx/>
              <a:buChar char="•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 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本节概述和学习目标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1" name="组合 10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2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5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6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4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7#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 bwMode="auto">
          <a:xfrm>
            <a:off x="1182119" y="172798"/>
            <a:ext cx="9827760" cy="640800"/>
          </a:xfrm>
          <a:prstGeom prst="rect">
            <a:avLst/>
          </a:prstGeom>
        </p:spPr>
        <p:txBody>
          <a:bodyPr lIns="100800" tIns="50400" rIns="100800" bIns="50400" anchor="ctr" anchorCtr="0"/>
          <a:lstStyle>
            <a:lvl1pPr algn="l" defTabSz="913765">
              <a:lnSpc>
                <a:spcPct val="90000"/>
              </a:lnSpc>
              <a:spcBef>
                <a:spcPts val="0"/>
              </a:spcBef>
              <a:buNone/>
              <a:def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+mj-cs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6616" y="879060"/>
            <a:ext cx="11307600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>
              <a:defRPr/>
            </a:pPr>
            <a:r>
              <a:rPr lang="zh-CN"/>
              <a:t>单击此处输入文字</a:t>
            </a:r>
            <a:endParaRPr lang="zh-CN"/>
          </a:p>
        </p:txBody>
      </p:sp>
      <p:grpSp>
        <p:nvGrpSpPr>
          <p:cNvPr id="10" name="组合 9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1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4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5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3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8#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 bwMode="auto">
          <a:xfrm>
            <a:off x="1182119" y="145824"/>
            <a:ext cx="9827760" cy="640800"/>
          </a:xfrm>
          <a:prstGeom prst="rect">
            <a:avLst/>
          </a:prstGeom>
        </p:spPr>
        <p:txBody>
          <a:bodyPr lIns="100800" tIns="50400" rIns="100800" bIns="50400" anchor="ctr" anchorCtr="0"/>
          <a:lstStyle>
            <a:lvl1pPr>
              <a:def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+mj-cs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grpSp>
        <p:nvGrpSpPr>
          <p:cNvPr id="7" name="组合 6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8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1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2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0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showMasterSp="0" userDrawn="1">
  <p:cSld name="9#全白背景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 bwMode="auto">
          <a:xfrm>
            <a:off x="12162528" y="4653136"/>
            <a:ext cx="638734" cy="1729234"/>
            <a:chOff x="12162528" y="4653136"/>
            <a:chExt cx="638734" cy="1729234"/>
          </a:xfrm>
        </p:grpSpPr>
        <p:sp>
          <p:nvSpPr>
            <p:cNvPr id="3" name="矩形 2"/>
            <p:cNvSpPr/>
            <p:nvPr userDrawn="1"/>
          </p:nvSpPr>
          <p:spPr bwMode="auto">
            <a:xfrm>
              <a:off x="12212029" y="4653136"/>
              <a:ext cx="539729" cy="288726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4" name="矩形 3"/>
            <p:cNvSpPr/>
            <p:nvPr userDrawn="1"/>
          </p:nvSpPr>
          <p:spPr bwMode="auto">
            <a:xfrm>
              <a:off x="12212029" y="4941964"/>
              <a:ext cx="539729" cy="288000"/>
            </a:xfrm>
            <a:prstGeom prst="rect">
              <a:avLst/>
            </a:prstGeom>
            <a:solidFill>
              <a:srgbClr val="A6D2FF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5" name="矩形 4"/>
            <p:cNvSpPr/>
            <p:nvPr userDrawn="1"/>
          </p:nvSpPr>
          <p:spPr bwMode="auto">
            <a:xfrm>
              <a:off x="12212029" y="5230066"/>
              <a:ext cx="539729" cy="288000"/>
            </a:xfrm>
            <a:prstGeom prst="rect">
              <a:avLst/>
            </a:prstGeom>
            <a:solidFill>
              <a:srgbClr val="D8D8D8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6" name="矩形 5"/>
            <p:cNvSpPr/>
            <p:nvPr userDrawn="1"/>
          </p:nvSpPr>
          <p:spPr bwMode="auto">
            <a:xfrm>
              <a:off x="12212029" y="5518168"/>
              <a:ext cx="539729" cy="288000"/>
            </a:xfrm>
            <a:prstGeom prst="rect">
              <a:avLst/>
            </a:prstGeom>
            <a:solidFill>
              <a:srgbClr val="C0000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12212029" y="5806269"/>
              <a:ext cx="539729" cy="288000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12212029" y="6094370"/>
              <a:ext cx="539729" cy="288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 bwMode="auto">
            <a:xfrm>
              <a:off x="12162528" y="4683920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chemeClr val="bg1"/>
                  </a:solidFill>
                  <a:latin typeface="阿里巴巴普惠体 2.0 45 Light"/>
                  <a:ea typeface="+mn-ea"/>
                </a:rPr>
                <a:t>表格表头</a:t>
              </a:r>
              <a:endParaRPr lang="zh-CN" sz="900">
                <a:solidFill>
                  <a:schemeClr val="bg1"/>
                </a:solidFill>
                <a:latin typeface="阿里巴巴普惠体 2.0 45 Light"/>
                <a:ea typeface="+mn-ea"/>
              </a:endParaRPr>
            </a:p>
          </p:txBody>
        </p:sp>
        <p:sp>
          <p:nvSpPr>
            <p:cNvPr id="10" name="文本框 9"/>
            <p:cNvSpPr txBox="1"/>
            <p:nvPr userDrawn="1"/>
          </p:nvSpPr>
          <p:spPr bwMode="auto">
            <a:xfrm>
              <a:off x="12162528" y="4972385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表格边框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  <p:sp>
          <p:nvSpPr>
            <p:cNvPr id="11" name="文本框 10"/>
            <p:cNvSpPr txBox="1"/>
            <p:nvPr userDrawn="1"/>
          </p:nvSpPr>
          <p:spPr bwMode="auto">
            <a:xfrm>
              <a:off x="12162528" y="5260487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导航灰底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  <p:sp>
          <p:nvSpPr>
            <p:cNvPr id="12" name="文本框 11"/>
            <p:cNvSpPr txBox="1"/>
            <p:nvPr userDrawn="1"/>
          </p:nvSpPr>
          <p:spPr bwMode="auto">
            <a:xfrm>
              <a:off x="12220212" y="5548589"/>
              <a:ext cx="52336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chemeClr val="bg1"/>
                  </a:solidFill>
                  <a:latin typeface="阿里巴巴普惠体 2.0 45 Light"/>
                  <a:ea typeface="+mn-ea"/>
                </a:rPr>
                <a:t>华为红</a:t>
              </a:r>
              <a:endParaRPr lang="zh-CN" sz="900">
                <a:solidFill>
                  <a:schemeClr val="bg1"/>
                </a:solidFill>
                <a:latin typeface="阿里巴巴普惠体 2.0 45 Light"/>
                <a:ea typeface="+mn-ea"/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 bwMode="auto">
            <a:xfrm>
              <a:off x="12162528" y="58366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文字底色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 bwMode="auto">
            <a:xfrm>
              <a:off x="12162528" y="61247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文字边框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0#思考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文本占位符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83206" y="1056484"/>
            <a:ext cx="10917390" cy="4680000"/>
          </a:xfrm>
          <a:prstGeom prst="rect">
            <a:avLst/>
          </a:prstGeom>
        </p:spPr>
        <p:txBody>
          <a:bodyPr/>
          <a:lstStyle>
            <a:lvl1pPr marL="457200" marR="0" indent="-457200" algn="just" defTabSz="80200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000"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401320" indent="0" algn="just">
              <a:buSzPct val="100000"/>
              <a:buFont typeface="+mj-lt"/>
              <a:buNone/>
              <a:defRPr sz="1800"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>
              <a:defRPr/>
            </a:pPr>
            <a:r>
              <a:rPr lang="zh-CN"/>
              <a:t>此版式用于思考题</a:t>
            </a:r>
            <a:r>
              <a:rPr lang="en-US"/>
              <a:t>-201501</a:t>
            </a:r>
            <a:r>
              <a:rPr lang="zh-CN"/>
              <a:t>具体格式（序号格式需以模板展示）</a:t>
            </a:r>
            <a:endParaRPr lang="en-US"/>
          </a:p>
          <a:p>
            <a:pPr lvl="1">
              <a:defRPr/>
            </a:pPr>
            <a:endParaRPr lang="en-US"/>
          </a:p>
        </p:txBody>
      </p:sp>
      <p:sp>
        <p:nvSpPr>
          <p:cNvPr id="31" name="TextBox 10"/>
          <p:cNvSpPr txBox="1"/>
          <p:nvPr userDrawn="1"/>
        </p:nvSpPr>
        <p:spPr bwMode="auto">
          <a:xfrm>
            <a:off x="116113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思考题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32" name="组合 31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33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34" name="组合 33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36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37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35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1#本节小结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 bwMode="auto">
          <a:xfrm>
            <a:off x="704415" y="883011"/>
            <a:ext cx="10937125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805180" indent="-401955" algn="just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03935" indent="-201295" algn="just">
              <a:buClr>
                <a:srgbClr val="0070C0"/>
              </a:buClr>
              <a:buSzPct val="100000"/>
              <a:buFont typeface="Wingdings" panose="05000000000000000000"/>
              <a:buChar char="Ø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 algn="just">
              <a:buClr>
                <a:srgbClr val="0070C0"/>
              </a:buCl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 lvl="0">
              <a:defRPr/>
            </a:pPr>
            <a:r>
              <a:rPr lang="zh-CN"/>
              <a:t>此版式用于每一节的小结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1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本节小结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2" name="组合 11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3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6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7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5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2#本章总结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 bwMode="auto">
          <a:xfrm>
            <a:off x="677119" y="883011"/>
            <a:ext cx="10937126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746125" indent="-342900" algn="just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78230" indent="-274955" algn="just">
              <a:buClrTx/>
              <a:buSzPct val="100000"/>
              <a:buFont typeface="Wingdings" panose="05000000000000000000"/>
              <a:buChar char="u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9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本章总结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1" name="组合 10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2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5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6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4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3#更多信息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45283" y="1247555"/>
            <a:ext cx="11307600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Tx/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5pPr>
              <a:buNone/>
              <a:defRPr/>
            </a:lvl5pPr>
          </a:lstStyle>
          <a:p>
            <a:pPr>
              <a:defRPr/>
            </a:pPr>
            <a:r>
              <a:rPr lang="zh-CN"/>
              <a:t>此版式用于提供给学员更多学习信息。</a:t>
            </a:r>
            <a:endParaRPr lang="zh-CN"/>
          </a:p>
        </p:txBody>
      </p:sp>
      <p:sp>
        <p:nvSpPr>
          <p:cNvPr id="12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更多信息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3" name="组合 12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4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7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8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6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4#学习推荐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 bwMode="auto">
          <a:xfrm>
            <a:off x="445283" y="1247555"/>
            <a:ext cx="11307600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4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学习推荐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5" name="组合 14"/>
          <p:cNvGrpSpPr/>
          <p:nvPr userDrawn="1"/>
        </p:nvGrpSpPr>
        <p:grpSpPr bwMode="auto">
          <a:xfrm>
            <a:off x="42545" y="263348"/>
            <a:ext cx="12192000" cy="567387"/>
            <a:chOff x="0" y="296368"/>
            <a:chExt cx="12192000" cy="567387"/>
          </a:xfrm>
        </p:grpSpPr>
        <p:sp>
          <p:nvSpPr>
            <p:cNvPr id="16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7" name="组合 16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9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20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8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5#谢谢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图片 6" descr="封底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1741805"/>
            <a:ext cx="12205970" cy="337439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 bwMode="auto">
          <a:xfrm>
            <a:off x="2711624" y="2642208"/>
            <a:ext cx="3883625" cy="1573584"/>
            <a:chOff x="3128972" y="2503488"/>
            <a:chExt cx="3883625" cy="1573584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128972" y="3443951"/>
              <a:ext cx="3883625" cy="6331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78358" tIns="39179" rIns="78358" bIns="39179">
              <a:spAutoFit/>
            </a:bodyPr>
            <a:lstStyle/>
            <a:p>
              <a:pPr algn="l" defTabSz="784225">
                <a:buSzPct val="100000"/>
                <a:defRPr/>
              </a:pPr>
              <a:r>
                <a:rPr lang="zh-CN" sz="3600" b="1">
                  <a:solidFill>
                    <a:schemeClr val="bg1"/>
                  </a:solidFill>
                  <a:latin typeface="阿里巴巴普惠体 2.0 45 Light"/>
                  <a:ea typeface="阿里巴巴普惠体 2.0 45 Light"/>
                  <a:cs typeface="阿里巴巴普惠体 2.0 45 Light"/>
                </a:rPr>
                <a:t>www.eec-cn.com</a:t>
              </a:r>
              <a:endParaRPr lang="zh-CN" sz="3600" b="1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265171" y="2503488"/>
              <a:ext cx="1722777" cy="9101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78358" tIns="39179" rIns="78358" bIns="39179">
              <a:spAutoFit/>
            </a:bodyPr>
            <a:lstStyle/>
            <a:p>
              <a:pPr defTabSz="784225">
                <a:buSzPct val="100000"/>
                <a:defRPr/>
              </a:pPr>
              <a:r>
                <a:rPr lang="zh-CN" sz="5400" b="1">
                  <a:solidFill>
                    <a:schemeClr val="bg1"/>
                  </a:solidFill>
                  <a:latin typeface="阿里巴巴普惠体 2.0 45 Light"/>
                  <a:ea typeface="阿里巴巴普惠体 2.0 45 Light"/>
                  <a:cs typeface="阿里巴巴普惠体 2.0 45 Light"/>
                </a:rPr>
                <a:t>谢 谢</a:t>
              </a:r>
              <a:endParaRPr lang="zh-CN" sz="5400" b="1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2#总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" name="图片 17" descr="封面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-20955" y="31750"/>
            <a:ext cx="12212954" cy="5880735"/>
          </a:xfrm>
          <a:prstGeom prst="rect">
            <a:avLst/>
          </a:prstGeom>
        </p:spPr>
      </p:pic>
      <p:sp>
        <p:nvSpPr>
          <p:cNvPr id="9" name="Rectangle 41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454309" y="2552314"/>
            <a:ext cx="10437489" cy="83160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vert="horz" wrap="square" lIns="87802" tIns="43901" rIns="87802" bIns="43901" numCol="1" anchor="ctr" anchorCtr="0" compatLnSpc="1"/>
          <a:lstStyle>
            <a:lvl1pPr>
              <a:defRPr lang="zh-CN" sz="4300" b="1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 marL="0" lvl="0" defTabSz="802005">
              <a:spcAft>
                <a:spcPts val="0"/>
              </a:spcAft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10" name="文本占位符 29"/>
          <p:cNvSpPr>
            <a:spLocks noGrp="1"/>
          </p:cNvSpPr>
          <p:nvPr>
            <p:ph type="body" sz="quarter" idx="10"/>
          </p:nvPr>
        </p:nvSpPr>
        <p:spPr bwMode="auto">
          <a:xfrm>
            <a:off x="523978" y="3661881"/>
            <a:ext cx="6909301" cy="493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>
              <a:defRPr lang="zh-CN" sz="2000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 marL="0" lvl="0" indent="0" defTabSz="802005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zh-CN"/>
              <a:t>单击此处编辑母版文本样式</a:t>
            </a:r>
            <a:endParaRPr 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3#前言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119" y="869365"/>
            <a:ext cx="11046308" cy="4679788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654685" indent="-252095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03935" indent="-201295">
              <a:buSzPct val="100000"/>
              <a:buFont typeface="Wingdings" panose="05000000000000000000"/>
              <a:buChar char="Ø"/>
              <a:defRPr lang="zh-CN"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marL="1802765" indent="-201295">
              <a:buClrTx/>
              <a:buFont typeface="Huawei Sans"/>
              <a:buChar char="~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>
              <a:defRPr/>
            </a:pPr>
            <a:r>
              <a:rPr lang="zh-CN"/>
              <a:t>本章主要讲述</a:t>
            </a:r>
            <a:r>
              <a:rPr lang="en-US"/>
              <a:t>...</a:t>
            </a:r>
            <a:endParaRPr lang="en-US"/>
          </a:p>
          <a:p>
            <a:pPr lvl="1">
              <a:defRPr/>
            </a:pPr>
            <a:r>
              <a:rPr lang="zh-CN"/>
              <a:t> 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  <a:p>
            <a:pPr>
              <a:defRPr/>
            </a:pPr>
            <a:endParaRPr lang="en-US"/>
          </a:p>
        </p:txBody>
      </p:sp>
      <p:sp>
        <p:nvSpPr>
          <p:cNvPr id="14" name="TextBox 10"/>
          <p:cNvSpPr txBox="1"/>
          <p:nvPr userDrawn="1"/>
        </p:nvSpPr>
        <p:spPr bwMode="auto">
          <a:xfrm>
            <a:off x="1201132" y="128524"/>
            <a:ext cx="166540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前言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27" name="组合 26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28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29" name="组合 28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31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32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30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4#目标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7864" y="855716"/>
            <a:ext cx="11113802" cy="4679788"/>
          </a:xfrm>
          <a:prstGeom prst="rect">
            <a:avLst/>
          </a:prstGeom>
        </p:spPr>
        <p:txBody>
          <a:bodyPr/>
          <a:lstStyle>
            <a:lvl1pPr algn="just">
              <a:buClr>
                <a:srgbClr val="0070C0"/>
              </a:buCl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654685" indent="-252095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>
              <a:defRPr lang="zh-CN">
                <a:solidFill>
                  <a:schemeClr val="tx1"/>
                </a:solidFill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marL="1802765" indent="-201295">
              <a:buClrTx/>
              <a:buFont typeface="Huawei Sans"/>
              <a:buChar char="~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>
              <a:defRPr/>
            </a:pPr>
            <a:r>
              <a:rPr lang="zh-CN"/>
              <a:t>学完本课程后，您将能够：</a:t>
            </a:r>
            <a:endParaRPr lang="en-US"/>
          </a:p>
          <a:p>
            <a:pPr lvl="1">
              <a:defRPr/>
            </a:pPr>
            <a:r>
              <a:rPr lang="zh-CN"/>
              <a:t> 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  <a:p>
            <a:pPr>
              <a:defRPr/>
            </a:pPr>
            <a:endParaRPr lang="en-US"/>
          </a:p>
        </p:txBody>
      </p:sp>
      <p:grpSp>
        <p:nvGrpSpPr>
          <p:cNvPr id="17" name="组合 16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8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9" name="组合 18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21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22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20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  <p:sp>
        <p:nvSpPr>
          <p:cNvPr id="23" name="TextBox 10"/>
          <p:cNvSpPr txBox="1"/>
          <p:nvPr userDrawn="1"/>
        </p:nvSpPr>
        <p:spPr bwMode="auto">
          <a:xfrm>
            <a:off x="1201132" y="128524"/>
            <a:ext cx="2050552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学习目标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5#目录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 bwMode="auto">
          <a:xfrm>
            <a:off x="587159" y="515380"/>
            <a:ext cx="358195" cy="426359"/>
            <a:chOff x="3295650" y="230188"/>
            <a:chExt cx="936625" cy="1114426"/>
          </a:xfrm>
          <a:solidFill>
            <a:schemeClr val="bg1"/>
          </a:solidFill>
        </p:grpSpPr>
        <p:sp>
          <p:nvSpPr>
            <p:cNvPr id="8" name="Rectangle 16"/>
            <p:cNvSpPr>
              <a:spLocks noChangeArrowheads="1"/>
            </p:cNvSpPr>
            <p:nvPr/>
          </p:nvSpPr>
          <p:spPr bwMode="auto">
            <a:xfrm>
              <a:off x="3959225" y="876301"/>
              <a:ext cx="182563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9" name="Rectangle 17"/>
            <p:cNvSpPr>
              <a:spLocks noChangeArrowheads="1"/>
            </p:cNvSpPr>
            <p:nvPr/>
          </p:nvSpPr>
          <p:spPr bwMode="auto">
            <a:xfrm>
              <a:off x="3959225" y="777876"/>
              <a:ext cx="182563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0" name="Rectangle 18"/>
            <p:cNvSpPr>
              <a:spLocks noChangeArrowheads="1"/>
            </p:cNvSpPr>
            <p:nvPr/>
          </p:nvSpPr>
          <p:spPr bwMode="auto">
            <a:xfrm>
              <a:off x="3959225" y="677863"/>
              <a:ext cx="182563" cy="476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1" name="Rectangle 19"/>
            <p:cNvSpPr>
              <a:spLocks noChangeArrowheads="1"/>
            </p:cNvSpPr>
            <p:nvPr/>
          </p:nvSpPr>
          <p:spPr bwMode="auto">
            <a:xfrm>
              <a:off x="3959225" y="582613"/>
              <a:ext cx="182563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2" name="Rectangle 20"/>
            <p:cNvSpPr>
              <a:spLocks noChangeArrowheads="1"/>
            </p:cNvSpPr>
            <p:nvPr/>
          </p:nvSpPr>
          <p:spPr bwMode="auto">
            <a:xfrm>
              <a:off x="3676650" y="1101726"/>
              <a:ext cx="469900" cy="476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3" name="Rectangle 21"/>
            <p:cNvSpPr>
              <a:spLocks noChangeArrowheads="1"/>
            </p:cNvSpPr>
            <p:nvPr/>
          </p:nvSpPr>
          <p:spPr bwMode="auto">
            <a:xfrm>
              <a:off x="3676650" y="1198563"/>
              <a:ext cx="469900" cy="492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4" name="Freeform 22"/>
            <p:cNvSpPr/>
            <p:nvPr/>
          </p:nvSpPr>
          <p:spPr bwMode="auto">
            <a:xfrm>
              <a:off x="3590925" y="482600"/>
              <a:ext cx="641350" cy="862013"/>
            </a:xfrm>
            <a:custGeom>
              <a:avLst/>
              <a:gdLst>
                <a:gd name="T0" fmla="*/ 229 w 404"/>
                <a:gd name="T1" fmla="*/ 0 h 543"/>
                <a:gd name="T2" fmla="*/ 229 w 404"/>
                <a:gd name="T3" fmla="*/ 30 h 543"/>
                <a:gd name="T4" fmla="*/ 373 w 404"/>
                <a:gd name="T5" fmla="*/ 30 h 543"/>
                <a:gd name="T6" fmla="*/ 373 w 404"/>
                <a:gd name="T7" fmla="*/ 513 h 543"/>
                <a:gd name="T8" fmla="*/ 33 w 404"/>
                <a:gd name="T9" fmla="*/ 513 h 543"/>
                <a:gd name="T10" fmla="*/ 31 w 404"/>
                <a:gd name="T11" fmla="*/ 387 h 543"/>
                <a:gd name="T12" fmla="*/ 0 w 404"/>
                <a:gd name="T13" fmla="*/ 387 h 543"/>
                <a:gd name="T14" fmla="*/ 0 w 404"/>
                <a:gd name="T15" fmla="*/ 543 h 543"/>
                <a:gd name="T16" fmla="*/ 404 w 404"/>
                <a:gd name="T17" fmla="*/ 543 h 543"/>
                <a:gd name="T18" fmla="*/ 404 w 404"/>
                <a:gd name="T19" fmla="*/ 0 h 543"/>
                <a:gd name="T20" fmla="*/ 229 w 404"/>
                <a:gd name="T21" fmla="*/ 0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4" h="543" extrusionOk="0">
                  <a:moveTo>
                    <a:pt x="229" y="0"/>
                  </a:moveTo>
                  <a:lnTo>
                    <a:pt x="229" y="30"/>
                  </a:lnTo>
                  <a:lnTo>
                    <a:pt x="373" y="30"/>
                  </a:lnTo>
                  <a:lnTo>
                    <a:pt x="373" y="513"/>
                  </a:lnTo>
                  <a:lnTo>
                    <a:pt x="33" y="513"/>
                  </a:lnTo>
                  <a:lnTo>
                    <a:pt x="31" y="387"/>
                  </a:lnTo>
                  <a:lnTo>
                    <a:pt x="0" y="387"/>
                  </a:lnTo>
                  <a:lnTo>
                    <a:pt x="0" y="543"/>
                  </a:lnTo>
                  <a:lnTo>
                    <a:pt x="404" y="543"/>
                  </a:lnTo>
                  <a:lnTo>
                    <a:pt x="404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5" name="Rectangle 23"/>
            <p:cNvSpPr>
              <a:spLocks noChangeArrowheads="1"/>
            </p:cNvSpPr>
            <p:nvPr/>
          </p:nvSpPr>
          <p:spPr bwMode="auto">
            <a:xfrm>
              <a:off x="3959225" y="989013"/>
              <a:ext cx="182563" cy="4762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6" name="Freeform 24"/>
            <p:cNvSpPr>
              <a:spLocks noEditPoints="1"/>
            </p:cNvSpPr>
            <p:nvPr/>
          </p:nvSpPr>
          <p:spPr bwMode="auto">
            <a:xfrm>
              <a:off x="3295650" y="230188"/>
              <a:ext cx="639763" cy="852488"/>
            </a:xfrm>
            <a:custGeom>
              <a:avLst/>
              <a:gdLst>
                <a:gd name="T0" fmla="*/ 403 w 403"/>
                <a:gd name="T1" fmla="*/ 0 h 537"/>
                <a:gd name="T2" fmla="*/ 0 w 403"/>
                <a:gd name="T3" fmla="*/ 0 h 537"/>
                <a:gd name="T4" fmla="*/ 0 w 403"/>
                <a:gd name="T5" fmla="*/ 447 h 537"/>
                <a:gd name="T6" fmla="*/ 92 w 403"/>
                <a:gd name="T7" fmla="*/ 537 h 537"/>
                <a:gd name="T8" fmla="*/ 403 w 403"/>
                <a:gd name="T9" fmla="*/ 537 h 537"/>
                <a:gd name="T10" fmla="*/ 403 w 403"/>
                <a:gd name="T11" fmla="*/ 0 h 537"/>
                <a:gd name="T12" fmla="*/ 373 w 403"/>
                <a:gd name="T13" fmla="*/ 508 h 537"/>
                <a:gd name="T14" fmla="*/ 108 w 403"/>
                <a:gd name="T15" fmla="*/ 508 h 537"/>
                <a:gd name="T16" fmla="*/ 108 w 403"/>
                <a:gd name="T17" fmla="*/ 433 h 537"/>
                <a:gd name="T18" fmla="*/ 30 w 403"/>
                <a:gd name="T19" fmla="*/ 433 h 537"/>
                <a:gd name="T20" fmla="*/ 30 w 403"/>
                <a:gd name="T21" fmla="*/ 31 h 537"/>
                <a:gd name="T22" fmla="*/ 373 w 403"/>
                <a:gd name="T23" fmla="*/ 31 h 537"/>
                <a:gd name="T24" fmla="*/ 373 w 403"/>
                <a:gd name="T25" fmla="*/ 50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3" h="537" extrusionOk="0">
                  <a:moveTo>
                    <a:pt x="403" y="0"/>
                  </a:moveTo>
                  <a:lnTo>
                    <a:pt x="0" y="0"/>
                  </a:lnTo>
                  <a:lnTo>
                    <a:pt x="0" y="447"/>
                  </a:lnTo>
                  <a:lnTo>
                    <a:pt x="92" y="537"/>
                  </a:lnTo>
                  <a:lnTo>
                    <a:pt x="403" y="537"/>
                  </a:lnTo>
                  <a:lnTo>
                    <a:pt x="403" y="0"/>
                  </a:lnTo>
                  <a:close/>
                  <a:moveTo>
                    <a:pt x="373" y="508"/>
                  </a:moveTo>
                  <a:lnTo>
                    <a:pt x="108" y="508"/>
                  </a:lnTo>
                  <a:lnTo>
                    <a:pt x="108" y="433"/>
                  </a:lnTo>
                  <a:lnTo>
                    <a:pt x="30" y="433"/>
                  </a:lnTo>
                  <a:lnTo>
                    <a:pt x="30" y="31"/>
                  </a:lnTo>
                  <a:lnTo>
                    <a:pt x="373" y="31"/>
                  </a:lnTo>
                  <a:lnTo>
                    <a:pt x="373" y="50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7" name="Rectangle 25"/>
            <p:cNvSpPr>
              <a:spLocks noChangeArrowheads="1"/>
            </p:cNvSpPr>
            <p:nvPr/>
          </p:nvSpPr>
          <p:spPr bwMode="auto">
            <a:xfrm>
              <a:off x="3441700" y="376238"/>
              <a:ext cx="176213" cy="3238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3411538" y="755651"/>
              <a:ext cx="438149" cy="4603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3670300" y="565151"/>
              <a:ext cx="179388" cy="444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0" name="Rectangle 28"/>
            <p:cNvSpPr>
              <a:spLocks noChangeArrowheads="1"/>
            </p:cNvSpPr>
            <p:nvPr/>
          </p:nvSpPr>
          <p:spPr bwMode="auto">
            <a:xfrm>
              <a:off x="3670300" y="658813"/>
              <a:ext cx="179388" cy="412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1" name="Rectangle 29"/>
            <p:cNvSpPr>
              <a:spLocks noChangeArrowheads="1"/>
            </p:cNvSpPr>
            <p:nvPr/>
          </p:nvSpPr>
          <p:spPr bwMode="auto">
            <a:xfrm>
              <a:off x="3670300" y="471488"/>
              <a:ext cx="179388" cy="444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2" name="Rectangle 30"/>
            <p:cNvSpPr>
              <a:spLocks noChangeArrowheads="1"/>
            </p:cNvSpPr>
            <p:nvPr/>
          </p:nvSpPr>
          <p:spPr bwMode="auto">
            <a:xfrm>
              <a:off x="3670300" y="376238"/>
              <a:ext cx="179388" cy="412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3411538" y="842963"/>
              <a:ext cx="438149" cy="4445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sz="1800">
                <a:latin typeface="阿里巴巴普惠体 2.0 45 Light"/>
                <a:ea typeface="方正兰亭黑简体"/>
              </a:endParaRPr>
            </a:p>
          </p:txBody>
        </p:sp>
      </p:grpSp>
      <p:sp>
        <p:nvSpPr>
          <p:cNvPr id="27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03141" y="848814"/>
            <a:ext cx="10954411" cy="4680000"/>
          </a:xfrm>
          <a:prstGeom prst="rect">
            <a:avLst/>
          </a:prstGeom>
        </p:spPr>
        <p:txBody>
          <a:bodyPr/>
          <a:lstStyle>
            <a:lvl1pPr marL="457200" marR="0" indent="-457200" algn="just" defTabSz="80137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defRPr b="1">
                <a:latin typeface="阿里巴巴普惠体 2.0 45 Light"/>
                <a:ea typeface="阿里巴巴普惠体 2.0 45 Light"/>
                <a:cs typeface="Arial" panose="020B0604020202020204"/>
              </a:defRPr>
            </a:lvl1pPr>
            <a:lvl2pPr>
              <a:buClrTx/>
              <a:buSzPct val="100000"/>
              <a:buFont typeface="Huawei Sans"/>
              <a:buChar char="▫"/>
              <a:defRPr>
                <a:latin typeface="+mn-lt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一级目录一</a:t>
            </a:r>
            <a:endParaRPr lang="en-US"/>
          </a:p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一级目录二</a:t>
            </a:r>
            <a:endParaRPr lang="en-US"/>
          </a:p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一级目录三</a:t>
            </a:r>
            <a:endParaRPr lang="en-US"/>
          </a:p>
          <a:p>
            <a:pPr marL="457200" indent="-457200">
              <a:buSzPct val="100000"/>
              <a:buFont typeface="+mj-lt"/>
              <a:buAutoNum type="arabicPeriod"/>
              <a:defRPr/>
            </a:pPr>
            <a:r>
              <a:rPr lang="zh-CN"/>
              <a:t>一级目录四</a:t>
            </a:r>
            <a:endParaRPr lang="en-US"/>
          </a:p>
          <a:p>
            <a:pPr>
              <a:defRPr/>
            </a:pPr>
            <a:endParaRPr lang="zh-CN"/>
          </a:p>
        </p:txBody>
      </p:sp>
      <p:sp>
        <p:nvSpPr>
          <p:cNvPr id="26" name="TextBox 10"/>
          <p:cNvSpPr txBox="1"/>
          <p:nvPr userDrawn="1"/>
        </p:nvSpPr>
        <p:spPr bwMode="auto">
          <a:xfrm>
            <a:off x="1201132" y="128524"/>
            <a:ext cx="219456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目录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28" name="组合 27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29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30" name="组合 29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32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33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31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6#本节概述和学习目标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内容占位符 6"/>
          <p:cNvSpPr>
            <a:spLocks noGrp="1"/>
          </p:cNvSpPr>
          <p:nvPr>
            <p:ph sz="quarter" idx="10"/>
          </p:nvPr>
        </p:nvSpPr>
        <p:spPr bwMode="auto">
          <a:xfrm>
            <a:off x="649320" y="831683"/>
            <a:ext cx="11128698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654685" indent="-252095" algn="just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03935" indent="-201295" algn="just">
              <a:buClr>
                <a:srgbClr val="0070C0"/>
              </a:buClr>
              <a:buSzPct val="100000"/>
              <a:buFont typeface="Wingdings" panose="05000000000000000000"/>
              <a:buChar char="Ø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 marL="1399540" indent="-198120" algn="just">
              <a:buClr>
                <a:srgbClr val="0070C0"/>
              </a:buClr>
              <a:buFontTx/>
              <a:buChar char="•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 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0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本节概述和学习目标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1" name="组合 10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2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5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6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4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7#标题和内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 bwMode="auto">
          <a:xfrm>
            <a:off x="1182119" y="172798"/>
            <a:ext cx="9827760" cy="640800"/>
          </a:xfrm>
          <a:prstGeom prst="rect">
            <a:avLst/>
          </a:prstGeom>
        </p:spPr>
        <p:txBody>
          <a:bodyPr lIns="100800" tIns="50400" rIns="100800" bIns="50400" anchor="ctr" anchorCtr="0"/>
          <a:lstStyle>
            <a:lvl1pPr algn="l" defTabSz="913765">
              <a:lnSpc>
                <a:spcPct val="90000"/>
              </a:lnSpc>
              <a:spcBef>
                <a:spcPts val="0"/>
              </a:spcBef>
              <a:buNone/>
              <a:def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+mj-cs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676616" y="879060"/>
            <a:ext cx="11307600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>
              <a:defRPr/>
            </a:pPr>
            <a:r>
              <a:rPr lang="zh-CN"/>
              <a:t>单击此处输入文字</a:t>
            </a:r>
            <a:endParaRPr lang="zh-CN"/>
          </a:p>
        </p:txBody>
      </p:sp>
      <p:grpSp>
        <p:nvGrpSpPr>
          <p:cNvPr id="10" name="组合 9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1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4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5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3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8#仅标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 bwMode="auto">
          <a:xfrm>
            <a:off x="1182119" y="145824"/>
            <a:ext cx="9827760" cy="640800"/>
          </a:xfrm>
          <a:prstGeom prst="rect">
            <a:avLst/>
          </a:prstGeom>
        </p:spPr>
        <p:txBody>
          <a:bodyPr lIns="100800" tIns="50400" rIns="100800" bIns="50400" anchor="ctr" anchorCtr="0"/>
          <a:lstStyle>
            <a:lvl1pPr>
              <a:def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+mj-cs"/>
              </a:defRPr>
            </a:lvl1pPr>
          </a:lstStyle>
          <a:p>
            <a:pPr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grpSp>
        <p:nvGrpSpPr>
          <p:cNvPr id="7" name="组合 6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8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9" name="组合 8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1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2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0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showMasterSp="0" userDrawn="1">
  <p:cSld name="9#全白背景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 bwMode="auto">
          <a:xfrm>
            <a:off x="12162528" y="4653136"/>
            <a:ext cx="638734" cy="1729234"/>
            <a:chOff x="12162528" y="4653136"/>
            <a:chExt cx="638734" cy="1729234"/>
          </a:xfrm>
        </p:grpSpPr>
        <p:sp>
          <p:nvSpPr>
            <p:cNvPr id="3" name="矩形 2"/>
            <p:cNvSpPr/>
            <p:nvPr userDrawn="1"/>
          </p:nvSpPr>
          <p:spPr bwMode="auto">
            <a:xfrm>
              <a:off x="12212029" y="4653136"/>
              <a:ext cx="539729" cy="288726"/>
            </a:xfrm>
            <a:prstGeom prst="rect">
              <a:avLst/>
            </a:prstGeom>
            <a:solidFill>
              <a:srgbClr val="00B0F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4" name="矩形 3"/>
            <p:cNvSpPr/>
            <p:nvPr userDrawn="1"/>
          </p:nvSpPr>
          <p:spPr bwMode="auto">
            <a:xfrm>
              <a:off x="12212029" y="4941964"/>
              <a:ext cx="539729" cy="288000"/>
            </a:xfrm>
            <a:prstGeom prst="rect">
              <a:avLst/>
            </a:prstGeom>
            <a:solidFill>
              <a:srgbClr val="A6D2FF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5" name="矩形 4"/>
            <p:cNvSpPr/>
            <p:nvPr userDrawn="1"/>
          </p:nvSpPr>
          <p:spPr bwMode="auto">
            <a:xfrm>
              <a:off x="12212029" y="5230066"/>
              <a:ext cx="539729" cy="288000"/>
            </a:xfrm>
            <a:prstGeom prst="rect">
              <a:avLst/>
            </a:prstGeom>
            <a:solidFill>
              <a:srgbClr val="D8D8D8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6" name="矩形 5"/>
            <p:cNvSpPr/>
            <p:nvPr userDrawn="1"/>
          </p:nvSpPr>
          <p:spPr bwMode="auto">
            <a:xfrm>
              <a:off x="12212029" y="5518168"/>
              <a:ext cx="539729" cy="288000"/>
            </a:xfrm>
            <a:prstGeom prst="rect">
              <a:avLst/>
            </a:prstGeom>
            <a:solidFill>
              <a:srgbClr val="C0000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7" name="矩形 6"/>
            <p:cNvSpPr/>
            <p:nvPr userDrawn="1"/>
          </p:nvSpPr>
          <p:spPr bwMode="auto">
            <a:xfrm>
              <a:off x="12212029" y="5806269"/>
              <a:ext cx="539729" cy="288000"/>
            </a:xfrm>
            <a:prstGeom prst="rect">
              <a:avLst/>
            </a:prstGeom>
            <a:solidFill>
              <a:srgbClr val="FFFFCC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8" name="矩形 7"/>
            <p:cNvSpPr/>
            <p:nvPr userDrawn="1"/>
          </p:nvSpPr>
          <p:spPr bwMode="auto">
            <a:xfrm>
              <a:off x="12212029" y="6094370"/>
              <a:ext cx="539729" cy="288000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 anchor="ctr">
              <a:noAutofit/>
            </a:bodyPr>
            <a:lstStyle/>
            <a:p>
              <a:pPr marL="342900" indent="-342900" algn="ctr">
                <a:buFont typeface="+mj-lt"/>
                <a:buAutoNum type="arabicPeriod"/>
                <a:defRPr/>
              </a:pPr>
              <a:endParaRPr lang="zh-CN" sz="900">
                <a:latin typeface="阿里巴巴普惠体 2.0 45 Light"/>
                <a:ea typeface="+mn-ea"/>
                <a:cs typeface="阿里巴巴普惠体 2.0 45 Light"/>
              </a:endParaRPr>
            </a:p>
          </p:txBody>
        </p:sp>
        <p:sp>
          <p:nvSpPr>
            <p:cNvPr id="9" name="文本框 8"/>
            <p:cNvSpPr txBox="1"/>
            <p:nvPr userDrawn="1"/>
          </p:nvSpPr>
          <p:spPr bwMode="auto">
            <a:xfrm>
              <a:off x="12162528" y="4683920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chemeClr val="bg1"/>
                  </a:solidFill>
                  <a:latin typeface="阿里巴巴普惠体 2.0 45 Light"/>
                  <a:ea typeface="+mn-ea"/>
                </a:rPr>
                <a:t>表格表头</a:t>
              </a:r>
              <a:endParaRPr lang="zh-CN" sz="900">
                <a:solidFill>
                  <a:schemeClr val="bg1"/>
                </a:solidFill>
                <a:latin typeface="阿里巴巴普惠体 2.0 45 Light"/>
                <a:ea typeface="+mn-ea"/>
              </a:endParaRPr>
            </a:p>
          </p:txBody>
        </p:sp>
        <p:sp>
          <p:nvSpPr>
            <p:cNvPr id="10" name="文本框 9"/>
            <p:cNvSpPr txBox="1"/>
            <p:nvPr userDrawn="1"/>
          </p:nvSpPr>
          <p:spPr bwMode="auto">
            <a:xfrm>
              <a:off x="12162528" y="4972385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表格边框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  <p:sp>
          <p:nvSpPr>
            <p:cNvPr id="11" name="文本框 10"/>
            <p:cNvSpPr txBox="1"/>
            <p:nvPr userDrawn="1"/>
          </p:nvSpPr>
          <p:spPr bwMode="auto">
            <a:xfrm>
              <a:off x="12162528" y="5260487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导航灰底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  <p:sp>
          <p:nvSpPr>
            <p:cNvPr id="12" name="文本框 11"/>
            <p:cNvSpPr txBox="1"/>
            <p:nvPr userDrawn="1"/>
          </p:nvSpPr>
          <p:spPr bwMode="auto">
            <a:xfrm>
              <a:off x="12220212" y="5548589"/>
              <a:ext cx="52336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solidFill>
                    <a:schemeClr val="bg1"/>
                  </a:solidFill>
                  <a:latin typeface="阿里巴巴普惠体 2.0 45 Light"/>
                  <a:ea typeface="+mn-ea"/>
                </a:rPr>
                <a:t>华为红</a:t>
              </a:r>
              <a:endParaRPr lang="zh-CN" sz="900">
                <a:solidFill>
                  <a:schemeClr val="bg1"/>
                </a:solidFill>
                <a:latin typeface="阿里巴巴普惠体 2.0 45 Light"/>
                <a:ea typeface="+mn-ea"/>
              </a:endParaRPr>
            </a:p>
          </p:txBody>
        </p:sp>
        <p:sp>
          <p:nvSpPr>
            <p:cNvPr id="13" name="文本框 12"/>
            <p:cNvSpPr txBox="1"/>
            <p:nvPr userDrawn="1"/>
          </p:nvSpPr>
          <p:spPr bwMode="auto">
            <a:xfrm>
              <a:off x="12162528" y="58366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文字底色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 bwMode="auto">
            <a:xfrm>
              <a:off x="12162528" y="6124791"/>
              <a:ext cx="638734" cy="227159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vert="horz" wrap="none" lIns="87768" tIns="43884" rIns="87768" bIns="43884" numCol="1" rtlCol="0" anchor="ctr" anchorCtr="0" compatLnSpc="1">
              <a:spAutoFit/>
            </a:bodyPr>
            <a:lstStyle/>
            <a:p>
              <a:pPr algn="ctr">
                <a:defRPr/>
              </a:pPr>
              <a:r>
                <a:rPr lang="zh-CN" sz="900">
                  <a:latin typeface="阿里巴巴普惠体 2.0 45 Light"/>
                  <a:ea typeface="+mn-ea"/>
                </a:rPr>
                <a:t>文字边框</a:t>
              </a:r>
              <a:endParaRPr lang="zh-CN" sz="900">
                <a:latin typeface="阿里巴巴普惠体 2.0 45 Light"/>
                <a:ea typeface="+mn-ea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0#思考题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" name="文本占位符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83206" y="1056484"/>
            <a:ext cx="10917390" cy="4680000"/>
          </a:xfrm>
          <a:prstGeom prst="rect">
            <a:avLst/>
          </a:prstGeom>
        </p:spPr>
        <p:txBody>
          <a:bodyPr/>
          <a:lstStyle>
            <a:lvl1pPr marL="457200" marR="0" indent="-457200" algn="just" defTabSz="802005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2000"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401320" indent="0" algn="just">
              <a:buSzPct val="100000"/>
              <a:buFont typeface="+mj-lt"/>
              <a:buNone/>
              <a:defRPr sz="1800"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>
              <a:defRPr/>
            </a:pPr>
            <a:r>
              <a:rPr lang="zh-CN"/>
              <a:t>此版式用于思考题</a:t>
            </a:r>
            <a:r>
              <a:rPr lang="en-US"/>
              <a:t>-201501</a:t>
            </a:r>
            <a:r>
              <a:rPr lang="zh-CN"/>
              <a:t>具体格式（序号格式需以模板展示）</a:t>
            </a:r>
            <a:endParaRPr lang="en-US"/>
          </a:p>
          <a:p>
            <a:pPr lvl="1">
              <a:defRPr/>
            </a:pPr>
            <a:endParaRPr lang="en-US"/>
          </a:p>
        </p:txBody>
      </p:sp>
      <p:sp>
        <p:nvSpPr>
          <p:cNvPr id="31" name="TextBox 10"/>
          <p:cNvSpPr txBox="1"/>
          <p:nvPr userDrawn="1"/>
        </p:nvSpPr>
        <p:spPr bwMode="auto">
          <a:xfrm>
            <a:off x="116113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思考题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32" name="组合 31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33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34" name="组合 33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36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37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35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1#本节小结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 bwMode="auto">
          <a:xfrm>
            <a:off x="704415" y="883011"/>
            <a:ext cx="10937125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805180" indent="-401955" algn="just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03935" indent="-201295" algn="just">
              <a:buClr>
                <a:srgbClr val="0070C0"/>
              </a:buClr>
              <a:buSzPct val="100000"/>
              <a:buFont typeface="Wingdings" panose="05000000000000000000"/>
              <a:buChar char="Ø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 algn="just">
              <a:buClr>
                <a:srgbClr val="0070C0"/>
              </a:buClr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 lvl="0">
              <a:defRPr/>
            </a:pPr>
            <a:r>
              <a:rPr lang="zh-CN"/>
              <a:t>此版式用于每一节的小结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 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11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本节小结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2" name="组合 11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3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6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7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5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2#本章总结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 bwMode="auto">
          <a:xfrm>
            <a:off x="677119" y="883011"/>
            <a:ext cx="10937126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2pPr marL="746125" indent="-342900" algn="just">
              <a:buClr>
                <a:srgbClr val="0070C0"/>
              </a:buClr>
              <a:buSzPct val="100000"/>
              <a:buFont typeface="Wingdings" panose="05000000000000000000"/>
              <a:buChar char="p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2pPr>
            <a:lvl3pPr marL="1078230" indent="-274955" algn="just">
              <a:buClrTx/>
              <a:buSzPct val="100000"/>
              <a:buFont typeface="Wingdings" panose="05000000000000000000"/>
              <a:buChar char="u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3pPr>
            <a:lvl4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4pPr>
            <a:lvl5pPr algn="just">
              <a:buClrTx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5pPr>
          </a:lstStyle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9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本章总结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1" name="组合 10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2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5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6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4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3#更多信息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45283" y="1247555"/>
            <a:ext cx="11307600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Tx/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  <a:lvl5pPr>
              <a:buNone/>
              <a:defRPr/>
            </a:lvl5pPr>
          </a:lstStyle>
          <a:p>
            <a:pPr>
              <a:defRPr/>
            </a:pPr>
            <a:r>
              <a:rPr lang="zh-CN"/>
              <a:t>此版式用于提供给学员更多学习信息。</a:t>
            </a:r>
            <a:endParaRPr lang="zh-CN"/>
          </a:p>
        </p:txBody>
      </p:sp>
      <p:sp>
        <p:nvSpPr>
          <p:cNvPr id="12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更多信息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3" name="组合 12"/>
          <p:cNvGrpSpPr/>
          <p:nvPr userDrawn="1"/>
        </p:nvGrpSpPr>
        <p:grpSpPr bwMode="auto">
          <a:xfrm>
            <a:off x="0" y="296368"/>
            <a:ext cx="12192000" cy="567387"/>
            <a:chOff x="0" y="296368"/>
            <a:chExt cx="12192000" cy="567387"/>
          </a:xfrm>
        </p:grpSpPr>
        <p:sp>
          <p:nvSpPr>
            <p:cNvPr id="14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7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18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6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4#学习推荐(可选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 bwMode="auto">
          <a:xfrm>
            <a:off x="445283" y="1247555"/>
            <a:ext cx="11307600" cy="4680000"/>
          </a:xfrm>
          <a:prstGeom prst="rect">
            <a:avLst/>
          </a:prstGeom>
        </p:spPr>
        <p:txBody>
          <a:bodyPr/>
          <a:lstStyle>
            <a:lvl1pPr marL="302260" indent="-302260" algn="just">
              <a:buClr>
                <a:srgbClr val="0070C0"/>
              </a:buClr>
              <a:buSzPct val="100000"/>
              <a:buFont typeface="Wingdings" panose="05000000000000000000"/>
              <a:buChar char="n"/>
              <a:defRPr>
                <a:latin typeface="阿里巴巴普惠体 2.0 45 Light"/>
                <a:ea typeface="阿里巴巴普惠体 2.0 45 Light"/>
                <a:cs typeface="阿里巴巴普惠体 2.0 45 Light"/>
              </a:defRPr>
            </a:lvl1pPr>
          </a:lstStyle>
          <a:p>
            <a:pPr>
              <a:defRPr/>
            </a:pPr>
            <a:endParaRPr lang="zh-CN"/>
          </a:p>
        </p:txBody>
      </p:sp>
      <p:sp>
        <p:nvSpPr>
          <p:cNvPr id="14" name="TextBox 10"/>
          <p:cNvSpPr txBox="1"/>
          <p:nvPr userDrawn="1"/>
        </p:nvSpPr>
        <p:spPr bwMode="auto">
          <a:xfrm>
            <a:off x="1202400" y="129600"/>
            <a:ext cx="9829738" cy="6395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9980" tIns="49987" rIns="99980" bIns="49987" rtlCol="0">
            <a:spAutoFit/>
          </a:bodyPr>
          <a:lstStyle/>
          <a:p>
            <a:pPr defTabSz="1001395">
              <a:defRPr/>
            </a:pPr>
            <a:r>
              <a:rPr lang="zh-CN" sz="3500" b="1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45 Light"/>
                <a:ea typeface="阿里巴巴普惠体 2.0 45 Light"/>
                <a:cs typeface="Arial" panose="020B0604020202020204"/>
              </a:rPr>
              <a:t>学习推荐</a:t>
            </a:r>
            <a:endParaRPr lang="zh-CN" sz="3500" b="1">
              <a:solidFill>
                <a:schemeClr val="tx1">
                  <a:lumMod val="75000"/>
                  <a:lumOff val="25000"/>
                </a:schemeClr>
              </a:solidFill>
              <a:latin typeface="阿里巴巴普惠体 2.0 45 Light"/>
              <a:ea typeface="阿里巴巴普惠体 2.0 45 Light"/>
              <a:cs typeface="Arial" panose="020B0604020202020204"/>
            </a:endParaRPr>
          </a:p>
        </p:txBody>
      </p:sp>
      <p:grpSp>
        <p:nvGrpSpPr>
          <p:cNvPr id="15" name="组合 14"/>
          <p:cNvGrpSpPr/>
          <p:nvPr userDrawn="1"/>
        </p:nvGrpSpPr>
        <p:grpSpPr bwMode="auto">
          <a:xfrm>
            <a:off x="42545" y="263348"/>
            <a:ext cx="12192000" cy="567387"/>
            <a:chOff x="0" y="296368"/>
            <a:chExt cx="12192000" cy="567387"/>
          </a:xfrm>
        </p:grpSpPr>
        <p:sp>
          <p:nvSpPr>
            <p:cNvPr id="16" name="矩形 6"/>
            <p:cNvSpPr>
              <a:spLocks noChangeArrowheads="1"/>
            </p:cNvSpPr>
            <p:nvPr userDrawn="1"/>
          </p:nvSpPr>
          <p:spPr bwMode="auto">
            <a:xfrm>
              <a:off x="0" y="818036"/>
              <a:ext cx="12192000" cy="45719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  <p:grpSp>
          <p:nvGrpSpPr>
            <p:cNvPr id="17" name="组合 16"/>
            <p:cNvGrpSpPr/>
            <p:nvPr userDrawn="1"/>
          </p:nvGrpSpPr>
          <p:grpSpPr bwMode="auto">
            <a:xfrm>
              <a:off x="281907" y="296368"/>
              <a:ext cx="840605" cy="371463"/>
              <a:chOff x="0" y="299211"/>
              <a:chExt cx="998148" cy="471488"/>
            </a:xfrm>
          </p:grpSpPr>
          <p:sp>
            <p:nvSpPr>
              <p:cNvPr id="19" name="五边形 2"/>
              <p:cNvSpPr>
                <a:spLocks noChangeArrowheads="1"/>
              </p:cNvSpPr>
              <p:nvPr userDrawn="1"/>
            </p:nvSpPr>
            <p:spPr bwMode="auto">
              <a:xfrm>
                <a:off x="0" y="299211"/>
                <a:ext cx="698227" cy="471488"/>
              </a:xfrm>
              <a:prstGeom prst="homePlate">
                <a:avLst>
                  <a:gd name="adj" fmla="val 49904"/>
                </a:avLst>
              </a:prstGeom>
              <a:solidFill>
                <a:srgbClr val="0070C0"/>
              </a:solidFill>
              <a:ln w="9525">
                <a:noFill/>
                <a:miter lim="800000"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  <p:sp>
            <p:nvSpPr>
              <p:cNvPr id="20" name="燕尾形 8"/>
              <p:cNvSpPr>
                <a:spLocks noChangeArrowheads="1"/>
              </p:cNvSpPr>
              <p:nvPr userDrawn="1"/>
            </p:nvSpPr>
            <p:spPr bwMode="auto">
              <a:xfrm>
                <a:off x="566516" y="299211"/>
                <a:ext cx="431632" cy="471488"/>
              </a:xfrm>
              <a:prstGeom prst="chevron">
                <a:avLst>
                  <a:gd name="adj" fmla="val 50000"/>
                </a:avLst>
              </a:prstGeom>
              <a:solidFill>
                <a:schemeClr val="bg2"/>
              </a:solidFill>
              <a:ln>
                <a:noFill/>
              </a:ln>
            </p:spPr>
            <p:txBody>
              <a:bodyPr lIns="91400" tIns="45700" rIns="91400" bIns="45700"/>
              <a:lstStyle/>
              <a:p>
                <a:pPr>
                  <a:defRPr/>
                </a:pPr>
                <a:endParaRPr lang="zh-CN">
                  <a:latin typeface="阿里巴巴普惠体 2.0 45 Light"/>
                </a:endParaRPr>
              </a:p>
            </p:txBody>
          </p:sp>
        </p:grpSp>
        <p:sp>
          <p:nvSpPr>
            <p:cNvPr id="18" name="矩形 1"/>
            <p:cNvSpPr>
              <a:spLocks noChangeArrowheads="1"/>
            </p:cNvSpPr>
            <p:nvPr userDrawn="1"/>
          </p:nvSpPr>
          <p:spPr bwMode="auto">
            <a:xfrm>
              <a:off x="251894" y="818035"/>
              <a:ext cx="870618" cy="45719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5pPr>
              <a:lvl6pPr marL="25146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6pPr>
              <a:lvl7pPr marL="29718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7pPr>
              <a:lvl8pPr marL="34290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8pPr>
              <a:lvl9pPr marL="3886200" indent="-228600">
                <a:spcBef>
                  <a:spcPts val="0"/>
                </a:spcBef>
                <a:spcAft>
                  <a:spcPts val="0"/>
                </a:spcAft>
                <a:buFont typeface="Arial" panose="020B0604020202020204"/>
                <a:defRPr>
                  <a:solidFill>
                    <a:schemeClr val="tx1"/>
                  </a:solidFill>
                  <a:latin typeface="Calibri" panose="020F0502020204030204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PhAnim="0" userDrawn="1">
  <p:cSld name="15#谢谢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图片 6" descr="封底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0" y="1741805"/>
            <a:ext cx="12205970" cy="337439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 bwMode="auto">
          <a:xfrm>
            <a:off x="2711624" y="2642208"/>
            <a:ext cx="3883625" cy="1573584"/>
            <a:chOff x="3128972" y="2503488"/>
            <a:chExt cx="3883625" cy="1573584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128972" y="3443951"/>
              <a:ext cx="3883625" cy="63312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78358" tIns="39179" rIns="78358" bIns="39179">
              <a:spAutoFit/>
            </a:bodyPr>
            <a:lstStyle/>
            <a:p>
              <a:pPr algn="l" defTabSz="784225">
                <a:buSzPct val="100000"/>
                <a:defRPr/>
              </a:pPr>
              <a:r>
                <a:rPr lang="zh-CN" sz="3600" b="1">
                  <a:solidFill>
                    <a:schemeClr val="bg1"/>
                  </a:solidFill>
                  <a:latin typeface="阿里巴巴普惠体 2.0 45 Light"/>
                  <a:ea typeface="阿里巴巴普惠体 2.0 45 Light"/>
                  <a:cs typeface="阿里巴巴普惠体 2.0 45 Light"/>
                </a:rPr>
                <a:t>www.eec-cn.com</a:t>
              </a:r>
              <a:endParaRPr lang="zh-CN" sz="3600" b="1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265171" y="2503488"/>
              <a:ext cx="1722777" cy="91012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78358" tIns="39179" rIns="78358" bIns="39179">
              <a:spAutoFit/>
            </a:bodyPr>
            <a:lstStyle/>
            <a:p>
              <a:pPr defTabSz="784225">
                <a:buSzPct val="100000"/>
                <a:defRPr/>
              </a:pPr>
              <a:r>
                <a:rPr lang="zh-CN" sz="5400" b="1">
                  <a:solidFill>
                    <a:schemeClr val="bg1"/>
                  </a:solidFill>
                  <a:latin typeface="阿里巴巴普惠体 2.0 45 Light"/>
                  <a:ea typeface="阿里巴巴普惠体 2.0 45 Light"/>
                  <a:cs typeface="阿里巴巴普惠体 2.0 45 Light"/>
                </a:rPr>
                <a:t>谢 谢</a:t>
              </a:r>
              <a:endParaRPr lang="zh-CN" sz="5400" b="1">
                <a:solidFill>
                  <a:schemeClr val="bg1"/>
                </a:solidFill>
                <a:latin typeface="阿里巴巴普惠体 2.0 45 Light"/>
                <a:ea typeface="阿里巴巴普惠体 2.0 45 Light"/>
                <a:cs typeface="阿里巴巴普惠体 2.0 45 Light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7" Type="http://schemas.openxmlformats.org/officeDocument/2006/relationships/theme" Target="../theme/theme2.xml"/><Relationship Id="rId16" Type="http://schemas.openxmlformats.org/officeDocument/2006/relationships/image" Target="../media/image4.png"/><Relationship Id="rId15" Type="http://schemas.openxmlformats.org/officeDocument/2006/relationships/image" Target="../media/image3.png"/><Relationship Id="rId14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69611" y="273712"/>
            <a:ext cx="10323183" cy="7713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28" tIns="40064" rIns="80128" bIns="40064" numCol="1" anchor="ctr" anchorCtr="0" compatLnSpc="1"/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0708" y="1248073"/>
            <a:ext cx="10633165" cy="468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25" name="矩形 24"/>
          <p:cNvSpPr/>
          <p:nvPr userDrawn="1"/>
        </p:nvSpPr>
        <p:spPr bwMode="auto">
          <a:xfrm flipV="1">
            <a:off x="6131638" y="6760633"/>
            <a:ext cx="6060362" cy="97367"/>
          </a:xfrm>
          <a:prstGeom prst="rect">
            <a:avLst/>
          </a:prstGeom>
          <a:solidFill>
            <a:srgbClr val="0070C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509452"/>
              <a:satOff val="-3393"/>
              <a:lumOff val="-3508"/>
              <a:alphaOff val="0"/>
            </a:schemeClr>
          </a:fillRef>
          <a:effectRef idx="2">
            <a:schemeClr val="accent4">
              <a:hueOff val="-509452"/>
              <a:satOff val="-3393"/>
              <a:lumOff val="-3508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sz="3750">
              <a:latin typeface="阿里巴巴普惠体 2.0 45 Light"/>
            </a:endParaRPr>
          </a:p>
        </p:txBody>
      </p:sp>
      <p:pic>
        <p:nvPicPr>
          <p:cNvPr id="26" name="图片 25" descr="图片包含 物体&#10;&#10;描述已自动生成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10516940" y="6525497"/>
            <a:ext cx="1602241" cy="21314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3765">
        <a:lnSpc>
          <a:spcPct val="90000"/>
        </a:lnSpc>
        <a:spcBef>
          <a:spcPts val="0"/>
        </a:spcBef>
        <a:buNone/>
        <a:defRPr sz="35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1pPr>
    </p:titleStyle>
    <p:bodyStyle>
      <a:lvl1pPr marL="302260" indent="-302260" algn="l" defTabSz="913765">
        <a:lnSpc>
          <a:spcPct val="150000"/>
        </a:lnSpc>
        <a:spcBef>
          <a:spcPts val="790"/>
        </a:spcBef>
        <a:buClr>
          <a:srgbClr val="0070C0"/>
        </a:buClr>
        <a:buSzPct val="100000"/>
        <a:buFont typeface="Wingdings" panose="05000000000000000000"/>
        <a:buChar char="n"/>
        <a:defRPr sz="22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1pPr>
      <a:lvl2pPr marL="654685" indent="-252095" algn="l" defTabSz="913765">
        <a:lnSpc>
          <a:spcPct val="150000"/>
        </a:lnSpc>
        <a:spcBef>
          <a:spcPts val="720"/>
        </a:spcBef>
        <a:buClr>
          <a:srgbClr val="0070C0"/>
        </a:buClr>
        <a:buSzPct val="100000"/>
        <a:buFont typeface="Wingdings" panose="05000000000000000000"/>
        <a:buChar char="p"/>
        <a:defRPr sz="20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2pPr>
      <a:lvl3pPr marL="1003935" indent="-201295" algn="l" defTabSz="913765">
        <a:lnSpc>
          <a:spcPct val="150000"/>
        </a:lnSpc>
        <a:spcBef>
          <a:spcPts val="650"/>
        </a:spcBef>
        <a:buClr>
          <a:srgbClr val="0070C0"/>
        </a:buClr>
        <a:buSzPct val="100000"/>
        <a:buFont typeface="Wingdings" panose="05000000000000000000"/>
        <a:buChar char="Ø"/>
        <a:defRPr sz="18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3pPr>
      <a:lvl4pPr marL="1399540" indent="-198120" algn="l" defTabSz="913765">
        <a:lnSpc>
          <a:spcPct val="150000"/>
        </a:lnSpc>
        <a:spcBef>
          <a:spcPts val="575"/>
        </a:spcBef>
        <a:buClr>
          <a:srgbClr val="0070C0"/>
        </a:buClr>
        <a:buFontTx/>
        <a:buChar char="•"/>
        <a:defRPr sz="16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4pPr>
      <a:lvl5pPr marL="1802765" indent="-201295" algn="l" defTabSz="913765">
        <a:lnSpc>
          <a:spcPct val="150000"/>
        </a:lnSpc>
        <a:spcBef>
          <a:spcPts val="575"/>
        </a:spcBef>
        <a:buFont typeface="Huawei Sans"/>
        <a:buChar char="~"/>
        <a:defRPr sz="14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5pPr>
      <a:lvl6pPr marL="25133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869611" y="273712"/>
            <a:ext cx="10323183" cy="7713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28" tIns="40064" rIns="80128" bIns="40064" numCol="1" anchor="ctr" anchorCtr="0" compatLnSpc="1"/>
          <a:lstStyle/>
          <a:p>
            <a:pPr lvl="0">
              <a:defRPr/>
            </a:pPr>
            <a:r>
              <a:rPr lang="zh-CN"/>
              <a:t>单击此处编辑母版标题样式</a:t>
            </a:r>
            <a:endParaRPr lang="zh-CN"/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0708" y="1248073"/>
            <a:ext cx="10633165" cy="4680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/>
          <a:p>
            <a:pPr lvl="0">
              <a:defRPr/>
            </a:pPr>
            <a:r>
              <a:rPr lang="zh-CN"/>
              <a:t>单击此处编辑母版文本样式</a:t>
            </a:r>
            <a:endParaRPr lang="zh-CN"/>
          </a:p>
          <a:p>
            <a:pPr lvl="1">
              <a:defRPr/>
            </a:pPr>
            <a:r>
              <a:rPr lang="zh-CN"/>
              <a:t>第二级</a:t>
            </a:r>
            <a:endParaRPr lang="zh-CN"/>
          </a:p>
          <a:p>
            <a:pPr lvl="2">
              <a:defRPr/>
            </a:pPr>
            <a:r>
              <a:rPr lang="zh-CN"/>
              <a:t>第三级</a:t>
            </a:r>
            <a:endParaRPr lang="zh-CN"/>
          </a:p>
          <a:p>
            <a:pPr lvl="3">
              <a:defRPr/>
            </a:pPr>
            <a:r>
              <a:rPr lang="zh-CN"/>
              <a:t>第四级</a:t>
            </a:r>
            <a:endParaRPr lang="zh-CN"/>
          </a:p>
          <a:p>
            <a:pPr lvl="4">
              <a:defRPr/>
            </a:pPr>
            <a:r>
              <a:rPr lang="zh-CN"/>
              <a:t>第五级</a:t>
            </a:r>
            <a:endParaRPr lang="zh-CN"/>
          </a:p>
        </p:txBody>
      </p:sp>
      <p:sp>
        <p:nvSpPr>
          <p:cNvPr id="25" name="矩形 24"/>
          <p:cNvSpPr/>
          <p:nvPr userDrawn="1"/>
        </p:nvSpPr>
        <p:spPr bwMode="auto">
          <a:xfrm flipV="1">
            <a:off x="6131638" y="6760633"/>
            <a:ext cx="6060362" cy="97367"/>
          </a:xfrm>
          <a:prstGeom prst="rect">
            <a:avLst/>
          </a:prstGeom>
          <a:solidFill>
            <a:srgbClr val="0070C0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4">
              <a:hueOff val="-509452"/>
              <a:satOff val="-3392"/>
              <a:lumOff val="-3507"/>
              <a:alphaOff val="0"/>
            </a:schemeClr>
          </a:fillRef>
          <a:effectRef idx="2">
            <a:schemeClr val="accent4">
              <a:hueOff val="-509452"/>
              <a:satOff val="-3392"/>
              <a:lumOff val="-3507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sz="3750">
              <a:latin typeface="阿里巴巴普惠体 2.0 45 Light"/>
            </a:endParaRPr>
          </a:p>
        </p:txBody>
      </p:sp>
      <p:pic>
        <p:nvPicPr>
          <p:cNvPr id="26" name="图片 25" descr="图片包含 物体&#10;&#10;描述已自动生成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10516940" y="6525497"/>
            <a:ext cx="1602241" cy="2131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 bwMode="auto">
          <a:xfrm>
            <a:off x="127000" y="6432550"/>
            <a:ext cx="1549400" cy="3987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txStyles>
    <p:titleStyle>
      <a:lvl1pPr algn="l" defTabSz="913765">
        <a:lnSpc>
          <a:spcPct val="90000"/>
        </a:lnSpc>
        <a:spcBef>
          <a:spcPts val="0"/>
        </a:spcBef>
        <a:buNone/>
        <a:defRPr sz="35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1pPr>
    </p:titleStyle>
    <p:bodyStyle>
      <a:lvl1pPr marL="302260" indent="-302260" algn="l" defTabSz="913765">
        <a:lnSpc>
          <a:spcPct val="150000"/>
        </a:lnSpc>
        <a:spcBef>
          <a:spcPts val="790"/>
        </a:spcBef>
        <a:buClr>
          <a:srgbClr val="0070C0"/>
        </a:buClr>
        <a:buSzPct val="100000"/>
        <a:buFont typeface="Wingdings" panose="05000000000000000000"/>
        <a:buChar char="n"/>
        <a:defRPr sz="22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1pPr>
      <a:lvl2pPr marL="654685" indent="-252095" algn="l" defTabSz="913765">
        <a:lnSpc>
          <a:spcPct val="150000"/>
        </a:lnSpc>
        <a:spcBef>
          <a:spcPts val="720"/>
        </a:spcBef>
        <a:buClr>
          <a:srgbClr val="0070C0"/>
        </a:buClr>
        <a:buSzPct val="100000"/>
        <a:buFont typeface="Wingdings" panose="05000000000000000000"/>
        <a:buChar char="p"/>
        <a:defRPr sz="20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2pPr>
      <a:lvl3pPr marL="1003935" indent="-201295" algn="l" defTabSz="913765">
        <a:lnSpc>
          <a:spcPct val="150000"/>
        </a:lnSpc>
        <a:spcBef>
          <a:spcPts val="650"/>
        </a:spcBef>
        <a:buClr>
          <a:srgbClr val="0070C0"/>
        </a:buClr>
        <a:buSzPct val="100000"/>
        <a:buFont typeface="Wingdings" panose="05000000000000000000"/>
        <a:buChar char="Ø"/>
        <a:defRPr sz="18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3pPr>
      <a:lvl4pPr marL="1399540" indent="-198120" algn="l" defTabSz="913765">
        <a:lnSpc>
          <a:spcPct val="150000"/>
        </a:lnSpc>
        <a:spcBef>
          <a:spcPts val="575"/>
        </a:spcBef>
        <a:buClr>
          <a:srgbClr val="0070C0"/>
        </a:buClr>
        <a:buFontTx/>
        <a:buChar char="•"/>
        <a:defRPr sz="16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4pPr>
      <a:lvl5pPr marL="1802765" indent="-201295" algn="l" defTabSz="913765">
        <a:lnSpc>
          <a:spcPct val="150000"/>
        </a:lnSpc>
        <a:spcBef>
          <a:spcPts val="575"/>
        </a:spcBef>
        <a:buFont typeface="Huawei Sans"/>
        <a:buChar char="~"/>
        <a:defRPr sz="1400">
          <a:solidFill>
            <a:schemeClr val="tx1"/>
          </a:solidFill>
          <a:latin typeface="阿里巴巴普惠体 2.0 45 Light"/>
          <a:ea typeface="阿里巴巴普惠体 2.0 45 Light"/>
          <a:cs typeface="阿里巴巴普惠体 2.0 45 Light"/>
        </a:defRPr>
      </a:lvl5pPr>
      <a:lvl6pPr marL="25133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标题 15"/>
          <p:cNvSpPr>
            <a:spLocks noGrp="1"/>
          </p:cNvSpPr>
          <p:nvPr>
            <p:ph type="ctrTitle" sz="quarter"/>
          </p:nvPr>
        </p:nvSpPr>
        <p:spPr bwMode="auto">
          <a:xfrm>
            <a:off x="1263650" y="3013075"/>
            <a:ext cx="6251575" cy="831850"/>
          </a:xfrm>
        </p:spPr>
        <p:txBody>
          <a:bodyPr/>
          <a:lstStyle/>
          <a:p>
            <a:pPr algn="ctr" defTabSz="428625" hangingPunct="1">
              <a:lnSpc>
                <a:spcPct val="150000"/>
              </a:lnSpc>
              <a:defRPr sz="7500" b="1" spc="170">
                <a:solidFill>
                  <a:srgbClr val="FFFFFF"/>
                </a:solidFill>
                <a:latin typeface="HarmonyOS Sans SC" panose="00000500000000000000" charset="-122"/>
                <a:ea typeface="HarmonyOS Sans SC" panose="00000500000000000000" charset="-122"/>
                <a:cs typeface="HarmonyOS Sans SC" panose="00000500000000000000" charset="-122"/>
                <a:sym typeface="HarmonyOS Sans SC" panose="00000500000000000000" charset="-122"/>
              </a:defRPr>
            </a:pPr>
            <a:r>
              <a:rPr lang="en-US" altLang="zh-CN" sz="4400" kern="1200" spc="376" dirty="0">
                <a:solidFill>
                  <a:prstClr val="white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简体" panose="02000000000000000000" pitchFamily="2" charset="-122"/>
              </a:rPr>
              <a:t>MES</a:t>
            </a:r>
            <a:r>
              <a:rPr altLang="en-US" sz="4400" kern="1200" spc="376" dirty="0">
                <a:solidFill>
                  <a:prstClr val="white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简体" panose="02000000000000000000" pitchFamily="2" charset="-122"/>
              </a:rPr>
              <a:t>系统</a:t>
            </a:r>
            <a:br>
              <a:rPr altLang="en-US" sz="4400" kern="1200" spc="376" dirty="0">
                <a:solidFill>
                  <a:prstClr val="white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简体" panose="02000000000000000000" pitchFamily="2" charset="-122"/>
              </a:rPr>
            </a:br>
            <a:r>
              <a:rPr altLang="en-US" sz="4400" kern="1200" spc="376" dirty="0">
                <a:solidFill>
                  <a:prstClr val="white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简体" panose="02000000000000000000" pitchFamily="2" charset="-122"/>
              </a:rPr>
              <a:t>答辩评分</a:t>
            </a:r>
            <a:r>
              <a:rPr altLang="en-US" sz="4400" kern="1200" spc="376" dirty="0">
                <a:solidFill>
                  <a:prstClr val="white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方正兰亭黑简体" panose="02000000000000000000" pitchFamily="2" charset="-122"/>
              </a:rPr>
              <a:t>标准</a:t>
            </a:r>
            <a:endParaRPr altLang="en-US" sz="4400" kern="1200" spc="376" dirty="0">
              <a:solidFill>
                <a:prstClr val="white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sym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76350"/>
            <a:ext cx="12192000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8265"/>
            <a:ext cx="10852150" cy="6386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50825"/>
            <a:ext cx="12192000" cy="58083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026140" cy="64846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2395"/>
            <a:ext cx="12192000" cy="58019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9710"/>
            <a:ext cx="12192000" cy="55714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" y="1042670"/>
            <a:ext cx="3609975" cy="36957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1042670"/>
            <a:ext cx="2352675" cy="2495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538220"/>
            <a:ext cx="2657475" cy="2381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740" y="1042670"/>
            <a:ext cx="3857625" cy="4314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Huawei Sans"/>
        <a:ea typeface="方正兰亭黑简体"/>
        <a:cs typeface="Arial"/>
      </a:majorFont>
      <a:minorFont>
        <a:latin typeface="Huawei Sans"/>
        <a:ea typeface="方正兰亭黑简体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Huawei Sans"/>
        <a:ea typeface="方正兰亭黑简体"/>
        <a:cs typeface="Arial"/>
      </a:majorFont>
      <a:minorFont>
        <a:latin typeface="Huawei Sans"/>
        <a:ea typeface="方正兰亭黑简体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Arial"/>
      </a:majorFont>
      <a:minorFont>
        <a:latin typeface="Huawei Sans"/>
        <a:ea typeface="方正兰亭黑简体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演示</Application>
  <PresentationFormat>宽屏</PresentationFormat>
  <Paragraphs>2</Paragraphs>
  <Slides>9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宋体</vt:lpstr>
      <vt:lpstr>Wingdings</vt:lpstr>
      <vt:lpstr>阿里巴巴普惠体 2.0 45 Light</vt:lpstr>
      <vt:lpstr>FFont-Family</vt:lpstr>
      <vt:lpstr>Wingdings</vt:lpstr>
      <vt:lpstr>Huawei Sans</vt:lpstr>
      <vt:lpstr>Arial</vt:lpstr>
      <vt:lpstr>Calibri</vt:lpstr>
      <vt:lpstr>方正兰亭黑简体</vt:lpstr>
      <vt:lpstr>黑体</vt:lpstr>
      <vt:lpstr>微软雅黑</vt:lpstr>
      <vt:lpstr>HarmonyOS Sans SC</vt:lpstr>
      <vt:lpstr>方正兰亭黑简体</vt:lpstr>
      <vt:lpstr>KSOF33016E0E</vt:lpstr>
      <vt:lpstr>Arial Unicode MS</vt:lpstr>
      <vt:lpstr>自定义设计方案</vt:lpstr>
      <vt:lpstr>1_自定义设计方案</vt:lpstr>
      <vt:lpstr>MES概述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Draco.王</cp:lastModifiedBy>
  <cp:revision>2672</cp:revision>
  <dcterms:created xsi:type="dcterms:W3CDTF">2018-11-29T10:16:00Z</dcterms:created>
  <dcterms:modified xsi:type="dcterms:W3CDTF">2026-10-18T05:50:28Z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(3)TrlYksOQQYa8/byAriHPVnVcui6n/h088xsuN1l6RCslKjBiRZXhMLn507QEGGM8MdSnjvJ+
EIpyFFkkqKgI5LkpVovxL/fI0O6J3IhDnjhHRGi99xcE6TavKEJceOmrPeTJc7Qh8TZN4ok4
Nedb3/gYNsuvS2v2l66Txs4w2FSqc7lSm8sc5BeRpIOOYtaDPATvdzqq+k/peduyY5NYVWpQ
erHKoGLIPmYtqmfF5J</vt:lpwstr>
  </property>
  <property fmtid="{D5CDD505-2E9C-101B-9397-08002B2CF9AE}" pid="3" name="_2015_ms_pID_7253431">
    <vt:lpwstr>q6FIQa1LVZpmreDDnEc6XoKka1I2WxxXAvNsMj9zxHVgCAJnNl2yV4
SgPC0OZjcgQ1RDPwf7QuJzfYKhEHCppl2wJ854Po+Zh1VjCJZYmbPLgJKMfpezMzOrp2BOJD
PuN+E8BRhhiIpHUiGc5mQsqPQLxD+o9DTBmlxEFAHs3JZtpYj0QkQwmAxfABlWY8g5hMP4KG
3UetvkVkC7QacUbccLRiBkCGhQ0rE9UL41ck</vt:lpwstr>
  </property>
  <property fmtid="{D5CDD505-2E9C-101B-9397-08002B2CF9AE}" pid="4" name="_2015_ms_pID_7253432">
    <vt:lpwstr>xwWGrSN5tDmDUBegBFXmiAM=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1591058740</vt:lpwstr>
  </property>
  <property fmtid="{D5CDD505-2E9C-101B-9397-08002B2CF9AE}" pid="9" name="ICV">
    <vt:lpwstr>BBCD5E4568834543BA3786C82DF3E940</vt:lpwstr>
  </property>
  <property fmtid="{D5CDD505-2E9C-101B-9397-08002B2CF9AE}" pid="10" name="KSOProductBuildVer">
    <vt:lpwstr>2052-12.1.0.29161</vt:lpwstr>
  </property>
</Properties>
</file>